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 do FiscalAI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Tempo de Validação</c:v>
                  </c:pt>
                  <c:pt idx="1">
                    <c:v>Taxa de Erros</c:v>
                  </c:pt>
                  <c:pt idx="2">
                    <c:v>Custo Operacional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FiscalAI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Tempo de Validação</c:v>
                  </c:pt>
                  <c:pt idx="1">
                    <c:v>Taxa de Erros</c:v>
                  </c:pt>
                  <c:pt idx="2">
                    <c:v>Custo Operacional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5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Comparativo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97257" y="0"/>
            <a:ext cx="2749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834051" y="914400"/>
            <a:ext cx="547589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Fiscal Inteligente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34051" y="1699171"/>
            <a:ext cx="5475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Automatizando a validação de CFOPs com Inteligência Artificial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87736" y="2432596"/>
            <a:ext cx="53685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34051" y="2785021"/>
            <a:ext cx="54758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I2A2 - Agentes Inteligentes | Grupo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770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5400"/>
            <a:ext cx="8229600" cy="3383161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7772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tributário brasileiro é extremamente complexo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278261"/>
            <a:ext cx="7620000" cy="2095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códigos CFOP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diferentes com regras específicas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emitem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milhares de notas fiscais mensalmente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manual é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trabalhosa e propensa a erros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resultam em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 de até 75%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imposto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autuações fiscais</a:t>
            </a:r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problemas legais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770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Solução: FiscalAI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5400"/>
            <a:ext cx="8229600" cy="3648075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inteligente que automatiza a validação de códigos CFOP usando 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171700"/>
            <a:ext cx="3695700" cy="1119188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050" y="2171700"/>
            <a:ext cx="0" cy="11191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2400300"/>
            <a:ext cx="1641920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8700" y="2849017"/>
            <a:ext cx="3264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GPT-4 e LangChain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2171700"/>
            <a:ext cx="3695700" cy="1119188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05350" y="2171700"/>
            <a:ext cx="0" cy="111918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3000" y="2400300"/>
            <a:ext cx="1787652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53000" y="2849017"/>
            <a:ext cx="3264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moderno e chat interativo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3519488"/>
            <a:ext cx="3695700" cy="1119188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81050" y="3519488"/>
            <a:ext cx="0" cy="11191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3748087"/>
            <a:ext cx="2807779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Automática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28700" y="4196804"/>
            <a:ext cx="3264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inteligente em segundos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6300" y="3519488"/>
            <a:ext cx="3695700" cy="1119188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5350" y="3519488"/>
            <a:ext cx="0" cy="11191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3000" y="3748087"/>
            <a:ext cx="2030540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Simples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953000" y="4196804"/>
            <a:ext cx="326440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+ ngrok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770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5400"/>
            <a:ext cx="8229600" cy="3367683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6866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9517" y="172581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7010400" cy="518071"/>
          </a:xfrm>
          <a:prstGeom prst="roundRect">
            <a:avLst>
              <a:gd name="adj" fmla="val 22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24000" y="1752600"/>
            <a:ext cx="68397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Usuário carrega arquivos CSV das notas fiscais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41533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9517" y="247248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346871"/>
            <a:ext cx="7010400" cy="518071"/>
          </a:xfrm>
          <a:prstGeom prst="roundRect">
            <a:avLst>
              <a:gd name="adj" fmla="val 22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24000" y="2499271"/>
            <a:ext cx="68397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Sistema indexa e estrutura os 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2000" y="316200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9517" y="321915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093541"/>
            <a:ext cx="7010400" cy="518071"/>
          </a:xfrm>
          <a:prstGeom prst="roundRect">
            <a:avLst>
              <a:gd name="adj" fmla="val 22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24000" y="3245941"/>
            <a:ext cx="68397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IA: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Agente GPT-4 valida códigos CFOP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90867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9517" y="396582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212"/>
            <a:ext cx="7010400" cy="518071"/>
          </a:xfrm>
          <a:prstGeom prst="roundRect">
            <a:avLst>
              <a:gd name="adj" fmla="val 220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4000" y="3992612"/>
            <a:ext cx="68397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Relatórios detalhados e alertas de divergências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770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5400"/>
            <a:ext cx="8229600" cy="335667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600200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1828800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8700" y="2192834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8700" y="2444204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web moderno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3088035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1050" y="3088035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3316635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8700" y="3680668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+ LangChain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8700" y="3932039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inteligentes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78250" y="1600200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97300" y="1600200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4950" y="1828800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44950" y="2192834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44950" y="2444204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dados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8250" y="3088035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97300" y="3088035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4950" y="3316635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44950" y="3680668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+ Chart.js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44950" y="3932039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moderna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94499" y="1600200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13549" y="1600200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1199" y="1828800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1199" y="2192834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+ ngrok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1199" y="2444204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público fácil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94499" y="3088035"/>
            <a:ext cx="2387650" cy="1259235"/>
          </a:xfrm>
          <a:prstGeom prst="roundRect">
            <a:avLst>
              <a:gd name="adj" fmla="val 907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13549" y="3088035"/>
            <a:ext cx="0" cy="1259235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1199" y="3316635"/>
            <a:ext cx="97155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61199" y="3680668"/>
            <a:ext cx="19301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1199" y="3932039"/>
            <a:ext cx="19301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e tipos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5715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953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 Impacto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994696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517303"/>
            <a:ext cx="2941290" cy="1081980"/>
          </a:xfrm>
          <a:prstGeom prst="roundRect">
            <a:avLst>
              <a:gd name="adj" fmla="val 105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3735" y="1669703"/>
            <a:ext cx="2689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3735" y="2260253"/>
            <a:ext cx="26892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Tempo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599283"/>
            <a:ext cx="2941290" cy="1081980"/>
          </a:xfrm>
          <a:prstGeom prst="roundRect">
            <a:avLst>
              <a:gd name="adj" fmla="val 105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3735" y="2751683"/>
            <a:ext cx="2689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3735" y="3342233"/>
            <a:ext cx="26892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Erros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7700" y="3681264"/>
            <a:ext cx="2941290" cy="1081980"/>
          </a:xfrm>
          <a:prstGeom prst="roundRect">
            <a:avLst>
              <a:gd name="adj" fmla="val 105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3735" y="3833664"/>
            <a:ext cx="2689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3735" y="4424214"/>
            <a:ext cx="26892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NFs por hora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79490" y="1333500"/>
            <a:ext cx="4716810" cy="3613696"/>
          </a:xfrm>
          <a:prstGeom prst="roundRect">
            <a:avLst>
              <a:gd name="adj" fmla="val 31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931890" y="1485900"/>
          <a:ext cx="4412010" cy="33088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5715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953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 e Mercado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59298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333500"/>
            <a:ext cx="401250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 em Contabilidade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7700" y="1782217"/>
            <a:ext cx="2514600" cy="742801"/>
          </a:xfrm>
          <a:prstGeom prst="roundRect">
            <a:avLst>
              <a:gd name="adj" fmla="val 153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1934617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185988"/>
            <a:ext cx="2253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Escrituração fiscal diária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14700" y="1782217"/>
            <a:ext cx="2514600" cy="742801"/>
          </a:xfrm>
          <a:prstGeom prst="roundRect">
            <a:avLst>
              <a:gd name="adj" fmla="val 153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7100" y="1934617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Analistas Fiscais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7100" y="2185988"/>
            <a:ext cx="2253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 conformidade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1700" y="1782217"/>
            <a:ext cx="2514600" cy="742801"/>
          </a:xfrm>
          <a:prstGeom prst="roundRect">
            <a:avLst>
              <a:gd name="adj" fmla="val 153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34100" y="1934617"/>
            <a:ext cx="22539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4100" y="2185988"/>
            <a:ext cx="22539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internas</a:t>
            </a:r>
            <a:endParaRPr lang="en-US" sz="1050" dirty="0"/>
          </a:p>
        </p:txBody>
      </p:sp>
      <p:pic>
        <p:nvPicPr>
          <p:cNvPr id="15" name="Image 0" descr="/tmp/rasterized-gradient-98c38e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2677418"/>
            <a:ext cx="7848600" cy="12343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3524" y="2867918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Potencial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3524" y="3264098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500mil+ empresas no Brasil precisam validar CFOPs mensalmente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763524" y="3521273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90mil+ escritórios de contabilidade como clientes potenciais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5715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95300"/>
            <a:ext cx="45371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8553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420118"/>
            <a:ext cx="3829050" cy="937022"/>
          </a:xfrm>
          <a:prstGeom prst="roundRect">
            <a:avLst>
              <a:gd name="adj" fmla="val 121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66750" y="1420118"/>
            <a:ext cx="0" cy="93702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" y="1591568"/>
            <a:ext cx="1855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Estatístico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7250" y="1839218"/>
            <a:ext cx="35170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Visualizações interativas com gráficos e métricas em tempo real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47700" y="2490490"/>
            <a:ext cx="3829050" cy="76378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66750" y="2490490"/>
            <a:ext cx="0" cy="7637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" y="2661940"/>
            <a:ext cx="17682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IA Interativo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7250" y="2909590"/>
            <a:ext cx="35170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perguntas em linguagem natural sobre suas notas fiscais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47700" y="3387626"/>
            <a:ext cx="3829050" cy="76378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66750" y="3387626"/>
            <a:ext cx="0" cy="7637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250" y="3559076"/>
            <a:ext cx="17682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CFOP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7250" y="3806726"/>
            <a:ext cx="35170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detalhada de itens específicos com justificativas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67250" y="1333500"/>
            <a:ext cx="3829050" cy="937022"/>
          </a:xfrm>
          <a:prstGeom prst="roundRect">
            <a:avLst>
              <a:gd name="adj" fmla="val 121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333500"/>
            <a:ext cx="0" cy="93702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504950"/>
            <a:ext cx="17682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Simplificado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76800" y="1752600"/>
            <a:ext cx="35170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drag-and-drop para carregar arquivos CSV facilmente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67250" y="2403872"/>
            <a:ext cx="3829050" cy="937022"/>
          </a:xfrm>
          <a:prstGeom prst="roundRect">
            <a:avLst>
              <a:gd name="adj" fmla="val 121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86300" y="2403872"/>
            <a:ext cx="0" cy="93702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800" y="2575322"/>
            <a:ext cx="1962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Automáticos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76800" y="2822972"/>
            <a:ext cx="35170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relatórios detalhados sobre divergências encontradas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667250" y="3474244"/>
            <a:ext cx="3829050" cy="763786"/>
          </a:xfrm>
          <a:prstGeom prst="roundRect">
            <a:avLst>
              <a:gd name="adj" fmla="val 149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86300" y="3474244"/>
            <a:ext cx="0" cy="76378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3645694"/>
            <a:ext cx="17682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Web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76800" y="3893344"/>
            <a:ext cx="35170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Acesse de qualquer lugar através do navegador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770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5400"/>
            <a:ext cx="8229600" cy="3683347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00200"/>
            <a:ext cx="2387650" cy="3073747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619250"/>
            <a:ext cx="23876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" y="1866900"/>
            <a:ext cx="99098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0600" y="2315617"/>
            <a:ext cx="19690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90600" y="2730847"/>
            <a:ext cx="1930450" cy="1714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funcional MVP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web completa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CFOPs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no Colab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78250" y="1866900"/>
            <a:ext cx="2387650" cy="2540347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78250" y="1885950"/>
            <a:ext cx="238765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6850" y="2133600"/>
            <a:ext cx="99098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06850" y="2582317"/>
            <a:ext cx="19690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 MESES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06850" y="2997547"/>
            <a:ext cx="19304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ERPs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de validações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pública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do modelo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94499" y="1866900"/>
            <a:ext cx="2387650" cy="2540347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994499" y="1885950"/>
            <a:ext cx="2387650" cy="0"/>
          </a:xfrm>
          <a:prstGeom prst="line">
            <a:avLst/>
          </a:prstGeom>
          <a:noFill/>
          <a:ln w="381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099" y="2133600"/>
            <a:ext cx="990981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23099" y="2582317"/>
            <a:ext cx="19690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MESES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3099" y="2997547"/>
            <a:ext cx="19304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SaaS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impostos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5715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95300"/>
            <a:ext cx="40513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- Grupo 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198019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9214" y="133350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I2A2 - Agentes Inteligentes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7700" y="1752600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9328" y="1847850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Monica Nascimento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95650" y="1752600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67278" y="1847850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 Luiz Costa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943600" y="1752600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15228" y="1847850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C. Raposo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47700" y="2211586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9328" y="2306836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Fábio M. Vilas Bôas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295650" y="2211586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7278" y="2306836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Rosa Júnior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943600" y="2211586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15228" y="2306836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Levinia Capasso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47700" y="2670572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9328" y="2765822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Luan M. D. Oliveira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295650" y="2670572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67278" y="2765822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Vanessa Assis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943600" y="2670572"/>
            <a:ext cx="25527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15228" y="2765822"/>
            <a:ext cx="24094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Douglas Santos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3143250" y="3129558"/>
            <a:ext cx="28575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11830" y="3224808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Suzane Braga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47700" y="3645694"/>
            <a:ext cx="7848600" cy="504825"/>
          </a:xfrm>
          <a:prstGeom prst="roundRect">
            <a:avLst>
              <a:gd name="adj" fmla="val 22642"/>
            </a:avLst>
          </a:prstGeom>
          <a:solidFill>
            <a:srgbClr val="0478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4662" y="3798094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multidisciplinar com expertise em IA e desenvolvimento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5265" y="0"/>
            <a:ext cx="26134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395424" y="838200"/>
            <a:ext cx="435315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o FiscalAI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438102" y="1775371"/>
            <a:ext cx="4267795" cy="1478161"/>
          </a:xfrm>
          <a:prstGeom prst="roundRect">
            <a:avLst>
              <a:gd name="adj" fmla="val 773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6320" y="2080171"/>
            <a:ext cx="37313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GitHub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06320" y="2682032"/>
            <a:ext cx="3731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github.com/alcosta35/FiscalAI-v4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38102" y="3720257"/>
            <a:ext cx="4267795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424" y="4034582"/>
            <a:ext cx="43531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I2A2 - Agentes Inteligentes | Grupo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95424" y="4400252"/>
            <a:ext cx="43531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FiscalAI - Automatizando a auditoria fiscal com IA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FiscalAI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FiscalAI - Auditor Fiscal Inteligente</dc:title>
  <dc:subject>Pitch Deck - Projeto Final I2A2</dc:subject>
  <dc:creator>Grupo 4 - I2A2 Agentes Inteligentes</dc:creator>
  <cp:lastModifiedBy>Grupo 4 - I2A2 Agentes Inteligentes</cp:lastModifiedBy>
  <cp:revision>1</cp:revision>
  <dcterms:created xsi:type="dcterms:W3CDTF">2025-11-03T01:38:09Z</dcterms:created>
  <dcterms:modified xsi:type="dcterms:W3CDTF">2025-11-03T01:38:09Z</dcterms:modified>
</cp:coreProperties>
</file>